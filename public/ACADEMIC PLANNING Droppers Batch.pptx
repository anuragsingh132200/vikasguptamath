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D69CA-21BE-4AE0-A82A-FA56EEF33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63C5AF-1171-4503-A2B3-2A780D0D31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125D0-8751-4652-A0A1-0D5B83397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9EBA0-8D56-4C85-8A86-D5F35D490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EAAC9-D41A-4AE6-BD3F-66B53A316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997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D6E57-6627-441A-8251-8F961B25B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81227-892B-4B3C-9259-EA77C6B53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CD4C2-ABBD-42A5-B941-3880DB72A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D5246-096B-4F10-BA61-0CC17B7F0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9CC44-C3B0-4326-B7EB-7AE14986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887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C6309-A215-4E04-8DB4-3EDE90522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CD57C-D1F3-40BA-B050-3DF56DC47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DE997-A0FC-4580-9D23-A3A71786B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2E850-BD6D-47E1-92FE-54D83DFB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2EAE3-CD9E-4F4D-9D4E-EE7C875E4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461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541E5-3BAA-4F40-96A9-C30F3225F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17BD6-0101-487B-8641-3FAC98CD4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A322DC-5624-4C9B-9E13-804E96AE7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4437C-7D0F-4CE7-8AF0-F25C6CE3E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F9AA0-EC01-420C-9B80-4A5E2EEE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A4842-D1B9-4D57-9C3D-F492F83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64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9CDEF-0822-4470-BE5D-90DFA3FA2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D09598-766E-4103-B567-F202171B8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89EAB-F1CA-4BC9-92E5-7116B39E06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6E784-44EB-492C-B5DD-1AA01A6077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5B37F8-BB0D-4F5D-AB3F-09CEF46077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CA4CF9-EA2F-4F9C-A9DD-8BCC413C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A5DACA-E23F-4AB1-A4D2-948B1753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159FD-5CE5-4A7F-A31D-132125A1E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78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3AC42-69EE-4C25-BFC5-AC424089E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9EBA2-6C47-4E35-BC6A-21B33B7F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F2C26-FC1F-4648-970E-06ADB1173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9788B-904C-44BF-B812-59F6EB09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568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52F085-40AC-43F9-AC57-BAE1D7145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B86468-2CF1-4658-A198-EEE497D7E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CA0E-3ED6-44F5-8AB2-B3E6AAEB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715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E1430-A2A1-4FC1-9AF2-AFF5A061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775DD-C123-44F6-B30C-DB4D30C20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7811F-3970-4A11-B04D-121A301E38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486C06-5994-4FB7-8750-4CF65AB97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08D44-F736-4896-A50A-59BC468B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F5D79-0C7B-4AE7-9CCA-F6EF6AEA6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754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07AD2-54A2-403E-BEC1-42F85FBC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01AE56-32C7-4F45-9F31-64B827FD9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08A59-1BE5-496A-9255-2620D8F82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40181-5012-4003-A9CA-027FEF91A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8FA17-8293-4894-B378-1D78147E9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4D805-551B-4C2B-94DC-55EEA9A65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102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92C00-587F-4C30-A180-DDA6282E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BB965F-0D9A-4B60-9BDA-46734631F2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A120B6-568F-422E-A09A-12225B7E7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F1318-8711-4151-816A-A2BE60A27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41112-9D09-43B5-9F10-E4B1C2C5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09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AA2BCA-87DE-46AA-BC73-12AD3B6FE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4CF90E-F261-46C1-912D-C55BB0047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11C77-61E3-4FDB-93DB-B3C7D070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692B1-693D-46E2-9DB0-83DD063A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D6B82-9768-47F7-97B4-A1EEE7508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137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95A740-5524-41E2-9B0C-695CF283F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A9EDA-7DD8-4AB4-8485-FED6F9CDBF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92AA0-B9B4-46AE-97F9-2EE00D4F6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8CE6C-2C43-47CC-8AA8-EFB0FEF86566}" type="datetimeFigureOut">
              <a:rPr lang="en-IN" smtClean="0"/>
              <a:t>18-04-2024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93BCE-C6A7-471B-9627-13CF4AC6AB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542B8-A9FD-4C61-A5D3-7DCD0E7DD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F261B-42A3-42EC-9F89-CB7E55A32C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63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AFBE92-FD80-2176-7B53-3D16ABB64D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4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6EFCBA-D97F-C94E-29A6-3DD3EFF74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934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D28288-7B6E-DB74-E19C-75532091F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38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09519B-8507-750B-B3CD-3F1E7A200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26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1AC9E5-A602-1814-C7D9-34E484945D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837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Shoaib Hussain</dc:creator>
  <cp:lastModifiedBy>Shoaib Hussain</cp:lastModifiedBy>
  <cp:revision>9</cp:revision>
  <dcterms:created xsi:type="dcterms:W3CDTF">2024-04-01T12:11:59Z</dcterms:created>
  <dcterms:modified xsi:type="dcterms:W3CDTF">2024-04-18T11:03:28Z</dcterms:modified>
</cp:coreProperties>
</file>